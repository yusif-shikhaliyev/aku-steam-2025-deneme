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4762500" cy="4762500"/>
  <p:notesSz cx="6858000" cy="9144000"/>
  <p:embeddedFontLst>
    <p:embeddedFont>
      <p:font typeface="Arimo Bold" charset="1" panose="020B0704020202020204"/>
      <p:regular r:id="rId7"/>
    </p:embeddedFont>
    <p:embeddedFont>
      <p:font typeface="Arimo" charset="1" panose="020B0604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2339" y="2866097"/>
            <a:ext cx="441138" cy="354515"/>
          </a:xfrm>
          <a:custGeom>
            <a:avLst/>
            <a:gdLst/>
            <a:ahLst/>
            <a:cxnLst/>
            <a:rect r="r" b="b" t="t" l="l"/>
            <a:pathLst>
              <a:path h="354515" w="441138">
                <a:moveTo>
                  <a:pt x="0" y="0"/>
                </a:moveTo>
                <a:lnTo>
                  <a:pt x="441138" y="0"/>
                </a:lnTo>
                <a:lnTo>
                  <a:pt x="441138" y="354515"/>
                </a:lnTo>
                <a:lnTo>
                  <a:pt x="0" y="354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735" y="1270400"/>
            <a:ext cx="683904" cy="404643"/>
          </a:xfrm>
          <a:custGeom>
            <a:avLst/>
            <a:gdLst/>
            <a:ahLst/>
            <a:cxnLst/>
            <a:rect r="r" b="b" t="t" l="l"/>
            <a:pathLst>
              <a:path h="404643" w="683904">
                <a:moveTo>
                  <a:pt x="0" y="0"/>
                </a:moveTo>
                <a:lnTo>
                  <a:pt x="683904" y="0"/>
                </a:lnTo>
                <a:lnTo>
                  <a:pt x="683904" y="404644"/>
                </a:lnTo>
                <a:lnTo>
                  <a:pt x="0" y="404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89687" y="1270400"/>
            <a:ext cx="1893221" cy="1563086"/>
          </a:xfrm>
          <a:custGeom>
            <a:avLst/>
            <a:gdLst/>
            <a:ahLst/>
            <a:cxnLst/>
            <a:rect r="r" b="b" t="t" l="l"/>
            <a:pathLst>
              <a:path h="1563086" w="1893221">
                <a:moveTo>
                  <a:pt x="0" y="0"/>
                </a:moveTo>
                <a:lnTo>
                  <a:pt x="1893221" y="0"/>
                </a:lnTo>
                <a:lnTo>
                  <a:pt x="1893221" y="1563087"/>
                </a:lnTo>
                <a:lnTo>
                  <a:pt x="0" y="1563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474" y="2781099"/>
            <a:ext cx="3738776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AKUVATION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735" y="3215122"/>
            <a:ext cx="355025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spc="464">
                <a:solidFill>
                  <a:srgbClr val="6D6D6D"/>
                </a:solidFill>
                <a:latin typeface="Arimo"/>
                <a:ea typeface="Arimo"/>
                <a:cs typeface="Arimo"/>
                <a:sym typeface="Arimo"/>
              </a:rPr>
              <a:t>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DAG5NxQ6yRY</dc:identifier>
  <dcterms:modified xsi:type="dcterms:W3CDTF">2011-08-01T06:04:30Z</dcterms:modified>
  <cp:revision>1</cp:revision>
  <dc:title>Akuvation</dc:title>
</cp:coreProperties>
</file>